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2E40">
              <a:alpha val="6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00D9C0">
              <a:alpha val="20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1A2E40">
              <a:alpha val="4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Tech Talk · 2024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Flutter, theo flutter_clean_architecture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324612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017520" y="3794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324612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577840" y="3794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C. Martin (Uncle Bob) · flutter_clean_architecture (pub.dev)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73152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4008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đã từng gặp điều này?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 Code — triệu chứng phổ biến nhất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0A1628"/>
          </a:solidFill>
          <a:ln w="6350">
            <a:solidFill>
              <a:srgbClr val="6A8FA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4206240" cy="201168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6A8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4416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4416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34416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536192"/>
            <a:ext cx="398678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build(BuildContext context)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setState(() async {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res = await http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.get('api/products');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_data = json.decode(res);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(_data['ok'])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validate...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map model...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call another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444752"/>
            <a:ext cx="274320" cy="2743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UI lẫn lộn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21808" y="1609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sống trong View.build()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084832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2249424"/>
            <a:ext cx="274320" cy="2743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2157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Unit 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21808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trực tiếp từ View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889504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054096"/>
            <a:ext cx="274320" cy="2743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2962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218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 rải rác khắp nơi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694176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858768"/>
            <a:ext cx="274320" cy="2743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767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4023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feature → phá feature cũ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09160"/>
            <a:ext cx="8412480" cy="292608"/>
          </a:xfrm>
          <a:prstGeom prst="roundRect">
            <a:avLst>
              <a:gd name="adj" fmla="val 37500"/>
            </a:avLst>
          </a:prstGeom>
          <a:solidFill>
            <a:srgbClr val="0F2235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ứng dụng khó bảo trì, không thể test, team block nhau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73152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4008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quyết định kiến trúc thay đổi mọi thứ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53312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trong View.build()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trực tiếp từ 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quản lý toàn bộ state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separation of concerns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mock → không test được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53312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— chỉ render, không có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điều khiển View, gọi Presenter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chuẩn bị data, lắng nghe UseCase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 — một hành động nghiệp vụ cụ thể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— abstract interface (Domain)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26667"/>
            </a:avLst>
          </a:prstGeom>
          <a:solidFill>
            <a:srgbClr val="0F2235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→  Controller  →  Presenter  →  UseCase  →  Repository  →  DataSource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91440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là gì?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RULE: Mọi phụ thuộc chỉ hướng vào trong — về phía Domain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08760"/>
            <a:ext cx="411480" cy="411480"/>
          </a:xfrm>
          <a:prstGeom prst="ellipse">
            <a:avLst/>
          </a:prstGeom>
          <a:solidFill>
            <a:srgbClr val="00D9C0">
              <a:alpha val="80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 lập với Framework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không phụ thuộc Flutter, Dio, Hive hay bất kỳ thư viện UI nào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508760"/>
            <a:ext cx="411480" cy="411480"/>
          </a:xfrm>
          <a:prstGeom prst="ellipse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116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kiểm thử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business logic mà không cần View, Database hay Server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508760"/>
            <a:ext cx="411480" cy="41148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0116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 lập với View &amp; 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5146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giao diện hoặc database mà không sửa business logic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Robert C. Martin (Uncle Bob), 2012  </a:t>
            </a:r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tidak tahu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App/Data/Device</a:t>
            </a:r>
            <a:pPr indent="0" marL="0">
              <a:buNone/>
            </a:pPr>
            <a:r>
              <a:rPr lang="en-US" sz="120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App/Data/Device</a:t>
            </a:r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phụ thuộc vào </a:t>
            </a:r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91440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module kiến trúc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flutter_clean_architecture: App · Domain · Data · Device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4475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0116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Controller · Presenter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5146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· Navigator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3716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44475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24328" y="20116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Impl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5146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(API/DB) · Helpers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44475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20116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Impl cho platform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25146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sensors, storage...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3716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44475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0D9C0">
              <a:alpha val="80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22008" y="20116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· UseCase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25146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Interface · Pure Dart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2880360"/>
            <a:ext cx="137160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26280" y="2880360"/>
            <a:ext cx="137160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75120" y="2880360"/>
            <a:ext cx="137160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31579"/>
            </a:avLst>
          </a:prstGeom>
          <a:solidFill>
            <a:srgbClr val="0F2235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luôn hướng vào trong — App / Data / Device → Domain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dữ liệu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· Observer pattern · Traceable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1325880" cy="1828800"/>
          </a:xfrm>
          <a:prstGeom prst="roundRect">
            <a:avLst>
              <a:gd name="adj" fmla="val 8276"/>
            </a:avLst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render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 button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2212848"/>
            <a:ext cx="118872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764792" y="1298448"/>
            <a:ext cx="1325880" cy="1828800"/>
          </a:xfrm>
          <a:prstGeom prst="roundRect">
            <a:avLst>
              <a:gd name="adj" fmla="val 827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64792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64792" y="17190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64792" y="2103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event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Presenter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90672" y="2212848"/>
            <a:ext cx="118872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09544" y="1298448"/>
            <a:ext cx="1325880" cy="1828800"/>
          </a:xfrm>
          <a:prstGeom prst="roundRect">
            <a:avLst>
              <a:gd name="adj" fmla="val 827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9544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9544" y="17190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9544" y="2103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Observer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UseCase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35424" y="2212848"/>
            <a:ext cx="118872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54296" y="1298448"/>
            <a:ext cx="1325880" cy="1828800"/>
          </a:xfrm>
          <a:prstGeom prst="roundRect">
            <a:avLst>
              <a:gd name="adj" fmla="val 827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54296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54296" y="17190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54296" y="2103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kết quả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0176" y="2212848"/>
            <a:ext cx="118872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99048" y="1298448"/>
            <a:ext cx="1325880" cy="1828800"/>
          </a:xfrm>
          <a:prstGeom prst="roundRect">
            <a:avLst>
              <a:gd name="adj" fmla="val 827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99048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99048" y="17190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99048" y="2103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24928" y="2212848"/>
            <a:ext cx="118872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43800" y="1298448"/>
            <a:ext cx="1325880" cy="1828800"/>
          </a:xfrm>
          <a:prstGeom prst="roundRect">
            <a:avLst>
              <a:gd name="adj" fmla="val 8276"/>
            </a:avLst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43800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43800" y="17190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2103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SQLite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337560"/>
            <a:ext cx="8503920" cy="548640"/>
          </a:xfrm>
          <a:prstGeom prst="roundRect">
            <a:avLst>
              <a:gd name="adj" fmla="val 20000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</a:t>
            </a:r>
            <a:pPr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Controller → Presenter → UseCase.execute(observer) → Repository → DataSource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005072"/>
            <a:ext cx="8503920" cy="594360"/>
          </a:xfrm>
          <a:prstGeom prst="roundRect">
            <a:avLst>
              <a:gd name="adj" fmla="val 18462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</a:t>
            </a:r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→ Repository → UseCase emits → Observer.onNext() → Presenter callback → Controller.refreshUI() → View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+ Observer hoạt động như thế nào?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trung gian giữa Controller và UseCase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399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" y="16733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26464" y="1810512"/>
            <a:ext cx="91440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17904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17904" y="1399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17904" y="16733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88336" y="1810512"/>
            <a:ext cx="91440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79776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79776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9776" y="1399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79776" y="16733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50208" y="1810512"/>
            <a:ext cx="91440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41648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41648" y="1399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41648" y="16733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UseCase.execute()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1810512"/>
            <a:ext cx="91440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399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16733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Observer.onNext()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73952" y="1810512"/>
            <a:ext cx="91440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65392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65392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1399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65392" y="16733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callback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35824" y="1810512"/>
            <a:ext cx="91440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827264" y="1353312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27264" y="1399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27264" y="16733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2487168"/>
            <a:ext cx="8631936" cy="658368"/>
          </a:xfrm>
          <a:prstGeom prst="roundRect">
            <a:avLst>
              <a:gd name="adj" fmla="val 16667"/>
            </a:avLst>
          </a:prstGeom>
          <a:solidFill>
            <a:srgbClr val="0F2235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523744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không gọi UseCase trực tiếp.  </a:t>
            </a:r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đóng vai trò trung gian — tạo </a:t>
            </a:r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execute UseCase, nhận callback (</a:t>
            </a:r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onNext / onComplete / onError</a:t>
            </a:r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và chuyển về Controller.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6032" y="3218688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 button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controller.load()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517904" y="3218688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presenter.getProducts()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79776" y="3218688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observer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useCase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41648" y="3218688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03520" y="3218688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kết quả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UseCase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65392" y="3218688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controller.refreshUI()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827264" y="3218688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=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re-renders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+ Controller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· execute(observer) · refreshUI()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8016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Presenter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4050792" cy="3063240"/>
          </a:xfrm>
          <a:prstGeom prst="roundRect">
            <a:avLst>
              <a:gd name="adj" fmla="val 2985"/>
            </a:avLst>
          </a:prstGeom>
          <a:solidFill>
            <a:srgbClr val="0A1628"/>
          </a:solidFill>
          <a:ln w="6350">
            <a:solidFill>
              <a:srgbClr val="6A8FA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664208"/>
            <a:ext cx="4050792" cy="201168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6A8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7282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7282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17282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0240"/>
            <a:ext cx="38313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ProductPresenter extends Presenter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Function? getProductsOnNext;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GetProductsUseCase _useCase;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DI qua constructor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ProductPresenter(ProductRepository repo)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_useCase = GetProductsUseCase(repo);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getProducts() {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_useCase.execute(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_ProductsObserver(this),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dispose() =&gt; _useCase.dispose();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Controller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36592" y="1664208"/>
            <a:ext cx="4050792" cy="3063240"/>
          </a:xfrm>
          <a:prstGeom prst="roundRect">
            <a:avLst>
              <a:gd name="adj" fmla="val 2985"/>
            </a:avLst>
          </a:prstGeom>
          <a:solidFill>
            <a:srgbClr val="0A1628"/>
          </a:solidFill>
          <a:ln w="6350">
            <a:solidFill>
              <a:srgbClr val="6A8FA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664208"/>
            <a:ext cx="4050792" cy="201168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6A8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73752" y="172821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56632" y="172821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9512" y="172821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920240"/>
            <a:ext cx="38313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ProductController extends Controller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List&lt;Product&gt; products = 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late final ProductPresenter presenter;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DI qua constructor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ProductController(ProductRepository repo)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presenter = ProductPresenter(repo);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initListeners()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presenter.getProductsOnNext = (data)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products = data;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refreshUI();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919472"/>
            <a:ext cx="8503920" cy="54864"/>
          </a:xfrm>
          <a:prstGeom prst="roundRect">
            <a:avLst>
              <a:gd name="adj" fmla="val 200000"/>
            </a:avLst>
          </a:prstGeom>
          <a:solidFill>
            <a:srgbClr val="0F2235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→ UseCase → Observer.onNext() → Presenter callback → Controller.refreshUI()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— Cầu Nối UseCase &amp; Presenter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onNext() · onComplete() · onError() · buildUseCaseStream()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80160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0A1628"/>
          </a:solidFill>
          <a:ln w="6350">
            <a:solidFill>
              <a:srgbClr val="6A8FA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114800" cy="201168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6A8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4416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4416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4416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36192"/>
            <a:ext cx="3895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_ProductsObserver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extends Observer&lt;List&lt;Product&gt;&gt;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ProductPresenter _presenter;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_ProductsObserver(this._presenter);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onNext(List&lt;Product&gt;? products) {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_presenter.getProductsOnNext!(products);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onComplete()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onError(e)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0A1628"/>
          </a:solidFill>
          <a:ln w="6350">
            <a:solidFill>
              <a:srgbClr val="6A8FA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80160"/>
            <a:ext cx="4114800" cy="201168"/>
          </a:xfrm>
          <a:prstGeom prst="roundRect">
            <a:avLst>
              <a:gd name="adj" fmla="val 45455"/>
            </a:avLst>
          </a:prstGeom>
          <a:solidFill>
            <a:srgbClr val="0A1628"/>
          </a:solidFill>
          <a:ln w="12700">
            <a:solidFill>
              <a:srgbClr val="6A8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344168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34416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34416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536192"/>
            <a:ext cx="3895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GetProductsUseCase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extends UseCase&lt;List&lt;Product&gt;, void&gt;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ProductRepository _repo;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GetProductsUseCase(this._repo);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Future&lt;Stream&lt;List&lt;Product&gt;&gt;&gt;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buildUseCaseStream(_)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c = StreamController&lt;List&lt;Product&gt;&gt;();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c.add(await _repo.getProducts());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c.close();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c.stream;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96512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4343400"/>
            <a:ext cx="320040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37560" y="4096512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4343400"/>
            <a:ext cx="320040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17920" y="4096512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callback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736592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00D9C0">
              <a:alpha val="18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7365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onNext()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23160" y="4736592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00D9C0">
              <a:alpha val="18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47365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onComplete()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4736592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00D9C0">
              <a:alpha val="18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7365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onError()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4736592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00D9C0">
              <a:alpha val="18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7365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buildUseCaseStream()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91440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Product List Feature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hành trình từ User Action đến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'Load'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764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</a:t>
            </a:r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controller.load()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handles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2907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</a:t>
            </a:r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presenter.getProducts()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builds Observer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" y="4050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 </a:t>
            </a:r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useCase.execute(observer)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1600200"/>
            <a:ext cx="411480" cy="411480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13248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runs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1764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  </a:t>
            </a:r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repo.getProducts()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2743200"/>
            <a:ext cx="411480" cy="411480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13248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Contract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13248" y="2907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</a:t>
            </a:r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→ impl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3886200"/>
            <a:ext cx="411480" cy="411480"/>
          </a:xfrm>
          <a:prstGeom prst="ellipse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13248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13248" y="4050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 </a:t>
            </a:r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http.get() / JSON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28571"/>
            </a:avLst>
          </a:prstGeom>
          <a:solidFill>
            <a:srgbClr val="0F2235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thay đổi REST → GraphQL: </a:t>
            </a:r>
            <a:pPr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sửa DataSource. </a:t>
            </a:r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 / Presenter / Controller / View — KHÔNG thay đổi.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91440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từng thành phần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định nghĩa của package flutter_clean_architecture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98448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40817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08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773936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StatefulWidget — page/screen. Chỉ render UI, được Controller điều khiển.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40817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408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773936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với View. Nhận user event, sở hữu Presenter, gọi refreshUI() khi cần.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298448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140817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00D9C0">
              <a:alpha val="80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408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1773936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data cho Controller, tạo &amp; quản lý lifecycle UseCase, dispose khi xong.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94436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44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3310128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kết quả từ UseCase qua onNext / onComplete / onError, gọi callback tương ứng trên Presenter.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2834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0128" y="294436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944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3310128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hành động nghiệp vụ cụ thể (buildUseCaseStream). Nhận Repository qua constructor.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2834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90488" y="294436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B923C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2944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3310128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interface định nghĩa ở Domain. Hợp đồng, không biết implementation.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(Data/Device): truy xuất API / DB / sensors thực tế, triển khai Repository interface.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91440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thư mục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vào folder là biết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98448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173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lib/src/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</a:t>
            </a:r>
            <a:pPr indent="0" marL="0">
              <a:buNone/>
            </a:pPr>
            <a:r>
              <a:rPr lang="en-US" sz="1000" dirty="0">
                <a:solidFill>
                  <a:srgbClr val="6A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Application Layer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product_view / _controller / _presenter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domain/</a:t>
            </a:r>
            <a:pPr indent="0" marL="0">
              <a:buNone/>
            </a:pPr>
            <a:r>
              <a:rPr lang="en-US" sz="1000" dirty="0">
                <a:solidFill>
                  <a:srgbClr val="6A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Domain Layer — Pure Dart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entities/  usecases/  repositories/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</a:t>
            </a:r>
            <a:pPr indent="0" marL="0">
              <a:buNone/>
            </a:pPr>
            <a:r>
              <a:rPr lang="en-US" sz="1000" dirty="0">
                <a:solidFill>
                  <a:srgbClr val="6A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Data Layer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repositories/impl  datasources/api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device/</a:t>
            </a:r>
            <a:pPr indent="0" marL="0">
              <a:buNone/>
            </a:pPr>
            <a:r>
              <a:rPr lang="en-US" sz="1000" dirty="0">
                <a:solidFill>
                  <a:srgbClr val="6A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Device Layer (GPS, sensors)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0" y="1298448"/>
            <a:ext cx="3200400" cy="640080"/>
          </a:xfrm>
          <a:prstGeom prst="roundRect">
            <a:avLst>
              <a:gd name="adj" fmla="val 17143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33872" y="1453896"/>
            <a:ext cx="320040" cy="320040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453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36208" y="13898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không bao giờ import Data hoặc 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011680"/>
            <a:ext cx="3200400" cy="640080"/>
          </a:xfrm>
          <a:prstGeom prst="roundRect">
            <a:avLst>
              <a:gd name="adj" fmla="val 17143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33872" y="2167128"/>
            <a:ext cx="320040" cy="320040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không bao giờ import App (Presentation)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2724912"/>
            <a:ext cx="3200400" cy="640080"/>
          </a:xfrm>
          <a:prstGeom prst="roundRect">
            <a:avLst>
              <a:gd name="adj" fmla="val 17143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33872" y="2880360"/>
            <a:ext cx="320040" cy="320040"/>
          </a:xfrm>
          <a:prstGeom prst="ellipse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2816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Controller nên sở hữu một Presenter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58768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00D9C0">
              <a:alpha val="80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3858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run flutter_clean_architecture:cli create --page &lt;feature&gt;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91440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nên dùng?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không phải 'silver bullet'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98448"/>
            <a:ext cx="4069080" cy="2240280"/>
          </a:xfrm>
          <a:prstGeom prst="roundRect">
            <a:avLst>
              <a:gd name="adj" fmla="val 4898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NÊN DÙNG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lớn, phát triển dài hạn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từ 3 người trở lên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Unit Test đầy đủ (mock Repository)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phức tạp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4069080" cy="2240280"/>
          </a:xfrm>
          <a:prstGeom prst="roundRect">
            <a:avLst>
              <a:gd name="adj" fmla="val 4898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716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39C12">
              <a:alpha val="8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NHẮC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nhỏ, vài màn hình đơn giản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cần tốc độ tối đa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1–2 người, ưu tiên shipping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Side-project ngắn hạn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382219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bảo trì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" y="41605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và sửa lỗi cực nhanh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7490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10128" y="382219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dễ dàng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41605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Repository ở bất kỳ layer nào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37490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0F2235"/>
          </a:solidFill>
          <a:ln w="12700">
            <a:solidFill>
              <a:srgbClr val="0F223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90488" y="382219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41605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+ Controller + Presenter mỗi feature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2286000" cy="2286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914400"/>
            <a:ext cx="1097280" cy="1097280"/>
          </a:xfrm>
          <a:prstGeom prst="ellipse">
            <a:avLst/>
          </a:prstGeom>
          <a:solidFill>
            <a:srgbClr val="00D9C0">
              <a:alpha val="1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điều mang về hôm nay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8503920" cy="1115568"/>
          </a:xfrm>
          <a:prstGeom prst="roundRect">
            <a:avLst>
              <a:gd name="adj" fmla="val 983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4173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0D9C0">
              <a:alpha val="85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07008" y="1435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Data / Device đều phụ thuộc Domain. Domain không phụ thuộc ai — Pure Dart.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8503920" cy="1115568"/>
          </a:xfrm>
          <a:prstGeom prst="roundRect">
            <a:avLst>
              <a:gd name="adj" fmla="val 983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265176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07008" y="2670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là bất khả xâm phạm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0175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Dart. Không Flutter. Không Dio. Chỉ: Entity, UseCase, Repository interface.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794760"/>
            <a:ext cx="8503920" cy="1115568"/>
          </a:xfrm>
          <a:prstGeom prst="roundRect">
            <a:avLst>
              <a:gd name="adj" fmla="val 9836"/>
            </a:avLst>
          </a:prstGeom>
          <a:solidFill>
            <a:srgbClr val="1A2E40"/>
          </a:solidFill>
          <a:ln w="12700">
            <a:solidFill>
              <a:srgbClr val="1A2E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388620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ECC71">
              <a:alpha val="8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886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07008" y="3904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+ Observer tách rời UI khỏi UseCase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4251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không gọi UseCase trực tiếp. Observer trả kết quả onNext → Presenter → Controller.refreshUI().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754880"/>
            <a:ext cx="8503920" cy="256032"/>
          </a:xfrm>
          <a:prstGeom prst="roundRect">
            <a:avLst>
              <a:gd name="adj" fmla="val 42857"/>
            </a:avLst>
          </a:prstGeom>
          <a:solidFill>
            <a:srgbClr val="0F2235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run flutter_clean_architecture:cli create --page &lt;feature&gt;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2E40">
              <a:alpha val="50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2560320" cy="2560320"/>
          </a:xfrm>
          <a:prstGeom prst="ellipse">
            <a:avLst/>
          </a:prstGeom>
          <a:solidFill>
            <a:srgbClr val="00D9C0">
              <a:alpha val="18000"/>
            </a:srgbClr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1A2E40">
              <a:alpha val="35000"/>
            </a:srgbClr>
          </a:solidFill>
          <a:ln w="12700">
            <a:solidFill>
              <a:srgbClr val="1A2E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286000" y="2743200"/>
            <a:ext cx="4572000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in Flutter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flutter_clean_architecture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400507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1A2E40"/>
          </a:solidFill>
          <a:ln w="6350">
            <a:solidFill>
              <a:srgbClr val="6A8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4005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pub.dev/packages/flutter_clean_architecture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Architecture in Flutter</dc:title>
  <dc:subject>PptxGenJS Presentation</dc:subject>
  <dc:creator>PptxGenJS</dc:creator>
  <cp:lastModifiedBy>PptxGenJS</cp:lastModifiedBy>
  <cp:revision>1</cp:revision>
  <dcterms:created xsi:type="dcterms:W3CDTF">2026-06-28T11:56:04Z</dcterms:created>
  <dcterms:modified xsi:type="dcterms:W3CDTF">2026-06-28T11:56:04Z</dcterms:modified>
</cp:coreProperties>
</file>